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2b7b8c2f754011" /><Relationship Type="http://schemas.openxmlformats.org/officeDocument/2006/relationships/extended-properties" Target="/docProps/app.xml" Id="Rcf1c2d60740546cd" /><Relationship Type="http://schemas.openxmlformats.org/officeDocument/2006/relationships/officeDocument" Target="/ppt/presentation.xml" Id="Ra61c048555b54f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af5ac07afe4bee"/>
  </p:sldMasterIdLst>
  <p:notesMasterIdLst>
    <p:notesMasterId xmlns:r="http://schemas.openxmlformats.org/officeDocument/2006/relationships" r:id="Ree8994f0cc3b4913"/>
  </p:notesMasterIdLst>
  <p:sldIdLst>
    <p:sldId xmlns:r="http://schemas.openxmlformats.org/officeDocument/2006/relationships" id="256" r:id="R13ea948f4ad142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e9bfdb65dd421a" /><Relationship Type="http://schemas.openxmlformats.org/officeDocument/2006/relationships/slideMaster" Target="/ppt/slideMasters/slideMaster1.xml" Id="R30af5ac07afe4bee" /><Relationship Type="http://schemas.openxmlformats.org/officeDocument/2006/relationships/notesMaster" Target="/ppt/notesMasters/notesMaster1.xml" Id="Ree8994f0cc3b4913" /><Relationship Type="http://schemas.openxmlformats.org/officeDocument/2006/relationships/presProps" Target="/ppt/presProps.xml" Id="Raf278c168e824baf" /><Relationship Type="http://schemas.openxmlformats.org/officeDocument/2006/relationships/viewProps" Target="/ppt/viewProps.xml" Id="R919a65cac6f14fd2" /><Relationship Type="http://schemas.openxmlformats.org/officeDocument/2006/relationships/tableStyles" Target="/ppt/tableStyles.xml" Id="R374b1f0568f64dba" /><Relationship Type="http://schemas.openxmlformats.org/officeDocument/2006/relationships/slide" Target="/ppt/slides/slide1.xml" Id="R13ea948f4ad142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0a9c0b7a034e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ec64d3afb34421" /><Relationship Type="http://schemas.openxmlformats.org/officeDocument/2006/relationships/notesMaster" Target="/ppt/notesMasters/notesMaster1.xml" Id="R1803e73227a846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a8d1c29884c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ede0dfe22a46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9cf069f53b4c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dcb2c3eea4d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142fb960642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de3bca9734b5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d2b6b01e04d1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c64a09e35482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fa30591840434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fac5bab112431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4808b2af6244e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980F10-06D7-C8D3-00B4-1E31C2B7C92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456D664-2A52-579E-66C2-AA5DB33D7F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285B5CB-3A81-214C-36C3-5574F364AE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2DF8944-0EA9-81A7-B42F-F1F7D7D5B2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75C760-8C02-FBCD-5442-6DF4C8CCF1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163E28-EDBF-A1BC-53FB-9CC2CC7001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9461DEC-0E84-A7C1-D87A-DD93217969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6244213-975E-32C8-11A3-C57E9CD7A4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B48216-397A-BD8C-AF48-57E775F66E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10F088-E365-8547-6774-70641AF7D2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6A9075-D7E6-1C81-4406-E20B945D64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5F5F8C3-7190-4704-20E4-C3B5866327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459740-F90C-62BD-1137-7EC8E9B0A8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D852C96-8B58-661C-8DE0-477A894828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06E350-7725-9F9F-3BA5-F96C370BF8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2BB95A-26B6-2941-5413-2F8514C8DF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F94296A-8365-7899-E5F4-C693B9A9CA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AE56ABD-225F-8436-8536-59B3A9B6DB5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F43DFAA-8051-6855-45F9-A67E85DF30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3F04E34-C317-5FA5-D625-E8C6025891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24B0A0D-64A8-2DB5-C37E-D4495C97A8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C414BA-559D-2D38-9C18-46F9B3350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F73B6E-F217-7044-AC7D-6239A586AE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8242E26-739A-6DDF-F7FC-C69E01A9AE0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FED10A3-6C38-8AA1-04CD-480E66176AE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803C8EC-61BE-C1A1-F6C9-EE785977B6D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2858D99-CF63-43B9-CA64-68A30B06B3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1ED0D2-5967-9947-C280-D454D27801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7AF0C7C-61F5-BC54-A4E4-E81DBECB00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6E811D-6C6E-7AA7-8932-633803B67E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0C22500-FAA6-B1FA-1D3F-8127FBABCC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DFC5A3C-A924-AAB2-185D-D24FB19A19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204D8C6-086C-AE01-216E-F339549CAA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6B27AC4-A039-0E82-99AB-08BCC2F0E8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50FC2B9-1AE2-6FCD-B227-45CDF35592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58953F8-A432-4997-B730-449DCF8553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35DF9A-F75C-027D-3CDC-F7F5A96D8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4BB535A-90DE-5693-77C2-D0FAF609D9B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68DAB38-4B8A-0655-F2FA-57449AF7BF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8020532-2443-2920-8980-BD5038162A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994DE8-320A-8033-9A98-9A1E903B2E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07F495A-27CB-8FDB-E00C-DF6A07994C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0226A2-1751-6FE5-6AAA-5489B1D53D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3A55E65-6F36-3843-E851-8901EAE761F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F685C41-158E-C8DA-5824-AED3EC79A9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C1921CC-2454-D566-EE41-B460C00A3D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4B41F73-BB75-CE43-96A9-1B452D7EE6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20889E2-6CCD-C1A6-2255-5594BAA06B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760720-10FB-03DC-CF91-CBC25A349B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215E506-D71C-276B-F7B2-41406B2A7A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1AFC44A-B103-7394-F51A-6DD00D8347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D05C6F-7787-990C-8BB4-F02717E8A7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B47C10-2F76-A228-E64D-56BE5B3E03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A893868-DF91-4937-224C-0FECF9FAB2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8CAC73-7BDD-A37E-0794-2F8578D0E3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2FB317-6FD5-1C2A-6FC3-90BD570995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0E40B1E-351E-AF98-6435-9DB0D1D3D5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60CA378-362A-94E2-DC74-26FE3D1DA4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b8fef71c014e3f" /><Relationship Type="http://schemas.openxmlformats.org/officeDocument/2006/relationships/slideLayout" Target="/ppt/slideLayouts/slideLayout1.xml" Id="R837cc02d270a49bc" /><Relationship Type="http://schemas.openxmlformats.org/officeDocument/2006/relationships/slideLayout" Target="/ppt/slideLayouts/slideLayout2.xml" Id="Rf47b1a2233f44e60" /><Relationship Type="http://schemas.openxmlformats.org/officeDocument/2006/relationships/slideLayout" Target="/ppt/slideLayouts/slideLayout3.xml" Id="R86e85a1145924c16" /><Relationship Type="http://schemas.openxmlformats.org/officeDocument/2006/relationships/slideLayout" Target="/ppt/slideLayouts/slideLayout4.xml" Id="Re6e04cc0c5434d42" /><Relationship Type="http://schemas.openxmlformats.org/officeDocument/2006/relationships/slideLayout" Target="/ppt/slideLayouts/slideLayout5.xml" Id="R3e7a710389da4441" /><Relationship Type="http://schemas.openxmlformats.org/officeDocument/2006/relationships/slideLayout" Target="/ppt/slideLayouts/slideLayout6.xml" Id="R8d21016963524762" /><Relationship Type="http://schemas.openxmlformats.org/officeDocument/2006/relationships/slideLayout" Target="/ppt/slideLayouts/slideLayout7.xml" Id="Rb32576733b81421f" /><Relationship Type="http://schemas.openxmlformats.org/officeDocument/2006/relationships/slideLayout" Target="/ppt/slideLayouts/slideLayout8.xml" Id="R0be118609ffe4656" /><Relationship Type="http://schemas.openxmlformats.org/officeDocument/2006/relationships/slideLayout" Target="/ppt/slideLayouts/slideLayout9.xml" Id="R2d381bbca93c4bcc" /><Relationship Type="http://schemas.openxmlformats.org/officeDocument/2006/relationships/slideLayout" Target="/ppt/slideLayouts/slideLayout10.xml" Id="R9b1746c226ee4b9c" /><Relationship Type="http://schemas.openxmlformats.org/officeDocument/2006/relationships/slideLayout" Target="/ppt/slideLayouts/slideLayout11.xml" Id="R6f87a1d3eab2481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87965A6-D1BA-CE16-310E-77211507E7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C95659-34A4-3AB8-320C-6A0364318C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29D0474-A0A1-C950-2A9B-40F83610D2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9F9878-055B-F88B-7286-9A246EDD7C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EFB31B-D940-82F4-2217-5B9A62773C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7cc02d270a49bc"/>
    <p:sldLayoutId xmlns:r="http://schemas.openxmlformats.org/officeDocument/2006/relationships" id="2147483650" r:id="Rf47b1a2233f44e60"/>
    <p:sldLayoutId xmlns:r="http://schemas.openxmlformats.org/officeDocument/2006/relationships" id="2147483651" r:id="R86e85a1145924c16"/>
    <p:sldLayoutId xmlns:r="http://schemas.openxmlformats.org/officeDocument/2006/relationships" id="2147483652" r:id="Re6e04cc0c5434d42"/>
    <p:sldLayoutId xmlns:r="http://schemas.openxmlformats.org/officeDocument/2006/relationships" id="2147483653" r:id="R3e7a710389da4441"/>
    <p:sldLayoutId xmlns:r="http://schemas.openxmlformats.org/officeDocument/2006/relationships" id="2147483654" r:id="R8d21016963524762"/>
    <p:sldLayoutId xmlns:r="http://schemas.openxmlformats.org/officeDocument/2006/relationships" id="2147483655" r:id="Rb32576733b81421f"/>
    <p:sldLayoutId xmlns:r="http://schemas.openxmlformats.org/officeDocument/2006/relationships" id="2147483656" r:id="R0be118609ffe4656"/>
    <p:sldLayoutId xmlns:r="http://schemas.openxmlformats.org/officeDocument/2006/relationships" id="2147483657" r:id="R2d381bbca93c4bcc"/>
    <p:sldLayoutId xmlns:r="http://schemas.openxmlformats.org/officeDocument/2006/relationships" id="2147483658" r:id="R9b1746c226ee4b9c"/>
    <p:sldLayoutId xmlns:r="http://schemas.openxmlformats.org/officeDocument/2006/relationships" id="2147483659" r:id="R6f87a1d3eab2481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9a044c8ee545f6" /><Relationship Type="http://schemas.openxmlformats.org/officeDocument/2006/relationships/notesSlide" Target="/ppt/notesSlides/notesSlide1.xml" Id="R2d8c2a0fdd0b42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32455734-962A-87AA-19A2-A41EDE02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532" y="2567845"/>
            <a:ext cx="2159984" cy="21599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78BA390-9E0B-47D4-6FD2-853514E3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205770"/>
            <a:ext cx="3048000" cy="76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400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0000"/>
                </a:solidFill>
                <a:latin typeface="Arial"/>
                <a:ea typeface="Arial"/>
                <a:cs typeface="Arial"/>
              </a:rPr>
              <a:t>Type 1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34E7D57E-F4CF-0B0C-9979-859EA7C8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5150" y="3631978"/>
            <a:ext cx="1080040" cy="108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A91609D7-8343-D44C-4B64-C1610EBA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7506" y="2724055"/>
            <a:ext cx="1080040" cy="108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994C364-EE3C-A95A-66CB-B0259D6B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606" y="4568381"/>
            <a:ext cx="1066133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xmlns:a="http://schemas.openxmlformats.org/drawingml/2006/main" lang="en-GB" sz="1400" b="1" i="1"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xmlns:a="http://schemas.openxmlformats.org/drawingml/2006/main" lang="en-GB" sz="1400" b="1" i="1">
                          <a:latin typeface="Cambria Math"/>
                          <a:ea typeface="Cambria Math"/>
                          <a:cs typeface="Cambria Math"/>
                        </a:rPr>
                        <m:t>𝒙</m:t>
                      </m:r>
                    </m:e>
                    <m:sub>
                      <m:r>
                        <a:rPr xmlns:a="http://schemas.openxmlformats.org/drawingml/2006/main" lang="en-GB" sz="1400" b="1" i="1"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</m:sub>
                  </m:sSub>
                  <m:r>
                    <a:rPr xmlns:a="http://schemas.openxmlformats.org/drawingml/2006/main" lang="en-GB" sz="1400" b="1" i="1">
                      <a:latin typeface="Cambria Math"/>
                      <a:ea typeface="Cambria Math"/>
                      <a:cs typeface="Cambria Math"/>
                    </a:rPr>
                    <m:t>,</m:t>
                  </m:r>
                  <m:sSub>
                    <m:e>
                      <m:r>
                        <a:rPr xmlns:a="http://schemas.openxmlformats.org/drawingml/2006/main" lang="en-GB" sz="1400" b="1" i="1">
                          <a:latin typeface="Cambria Math"/>
                          <a:ea typeface="Cambria Math"/>
                          <a:cs typeface="Cambria Math"/>
                        </a:rPr>
                        <m:t>𝒚</m:t>
                      </m:r>
                    </m:e>
                    <m:sub>
                      <m:r>
                        <a:rPr xmlns:a="http://schemas.openxmlformats.org/drawingml/2006/main" lang="en-GB" sz="1400" b="1" i="1"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</m:sub>
                  </m:sSub>
                  <m:r>
                    <a:rPr xmlns:a="http://schemas.openxmlformats.org/drawingml/2006/main" lang="en-GB" sz="1400" b="1" i="1">
                      <a:latin typeface="Cambria Math"/>
                      <a:ea typeface="Cambria Math"/>
                      <a:cs typeface="Cambria Math"/>
                    </a:rPr>
                    <m:t>)</m:t>
                  </m:r>
                </m:oMath>
              </m:oMathPara>
            </a14:m>
            <a:endParaRPr sz="1400" b="1"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046A6E2-A78F-2074-F141-CEDDFDE2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431" y="3720084"/>
            <a:ext cx="1066133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xmlns:a="http://schemas.openxmlformats.org/drawingml/2006/main" lang="en-GB" sz="1400" b="1" i="1"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xmlns:a="http://schemas.openxmlformats.org/drawingml/2006/main" lang="en-GB" sz="1400" b="1" i="1">
                          <a:latin typeface="Cambria Math"/>
                          <a:ea typeface="Cambria Math"/>
                          <a:cs typeface="Cambria Math"/>
                        </a:rPr>
                        <m:t>𝒙</m:t>
                      </m:r>
                    </m:e>
                    <m:sub>
                      <m:r>
                        <a:rPr xmlns:a="http://schemas.openxmlformats.org/drawingml/2006/main" lang="en-GB" sz="1400" b="1" i="1"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sub>
                  </m:sSub>
                  <m:r>
                    <a:rPr xmlns:a="http://schemas.openxmlformats.org/drawingml/2006/main" lang="en-GB" sz="1400" b="1" i="1">
                      <a:latin typeface="Cambria Math"/>
                      <a:ea typeface="Cambria Math"/>
                      <a:cs typeface="Cambria Math"/>
                    </a:rPr>
                    <m:t>,</m:t>
                  </m:r>
                  <m:sSub>
                    <m:e>
                      <m:r>
                        <a:rPr xmlns:a="http://schemas.openxmlformats.org/drawingml/2006/main" lang="en-GB" sz="1400" b="1" i="1">
                          <a:latin typeface="Cambria Math"/>
                          <a:ea typeface="Cambria Math"/>
                          <a:cs typeface="Cambria Math"/>
                        </a:rPr>
                        <m:t>𝒚</m:t>
                      </m:r>
                    </m:e>
                    <m:sub>
                      <m:r>
                        <a:rPr xmlns:a="http://schemas.openxmlformats.org/drawingml/2006/main" lang="en-GB" sz="1400" b="1" i="1"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sub>
                  </m:sSub>
                  <m:r>
                    <a:rPr xmlns:a="http://schemas.openxmlformats.org/drawingml/2006/main" lang="en-GB" sz="1400" b="1" i="1">
                      <a:latin typeface="Cambria Math"/>
                      <a:ea typeface="Cambria Math"/>
                      <a:cs typeface="Cambria Math"/>
                    </a:rPr>
                    <m:t>)</m:t>
                  </m:r>
                </m:oMath>
              </m:oMathPara>
            </a14:m>
            <a:endParaRPr sz="1400" b="1"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9E29D2A-3CD0-C629-BAB1-A2F5FA07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1205770"/>
            <a:ext cx="3048000" cy="76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400" b="1">
                <a:solidFill>
                  <a:srgbClr val="FF7401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7401"/>
                </a:solidFill>
                <a:latin typeface="Arial"/>
                <a:ea typeface="Arial"/>
                <a:cs typeface="Arial"/>
              </a:rPr>
              <a:t>Type 2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9448255B-2169-0F62-6AF9-C7F58269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605" y="2369249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8B069BA7-4598-49D8-D040-7CB130A0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5794" y="2369249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666D5285-082F-EAD5-13CE-0604800B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9199" y="2369249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DA59F561-243F-D6DC-D266-C1CB269B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605" y="3586639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E4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A6D313ED-A59F-BB48-4C03-E17EEB5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5794" y="3586639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E4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BA9829ED-98CA-64E5-D336-17A5BA9E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9199" y="3586639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E4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E754895A-FC43-DFE0-4BFF-7D806B0D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605" y="4587907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E4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7D1E05F6-DD01-7A0B-D1DA-E47AEB93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5794" y="4587907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E4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3E6FEFD5-BAB2-1B54-D155-E905CC8F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9199" y="4587907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E4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Arrow: Right 23">
            <a:extLst xmlns:a="http://schemas.openxmlformats.org/drawingml/2006/main">
              <a:ext uri="{FF2B5EF4-FFF2-40B4-BE49-F238E27FC236}">
                <a16:creationId xmlns:a16="http://schemas.microsoft.com/office/drawing/2014/main" id="{A748466E-CC65-847B-27DB-579E75DC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3868" y="2567226"/>
            <a:ext cx="324041" cy="1440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Arrow: Right 24">
            <a:extLst xmlns:a="http://schemas.openxmlformats.org/drawingml/2006/main">
              <a:ext uri="{FF2B5EF4-FFF2-40B4-BE49-F238E27FC236}">
                <a16:creationId xmlns:a16="http://schemas.microsoft.com/office/drawing/2014/main" id="{FDFC4F65-E876-D7F4-248F-67A6504B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0462" y="2567226"/>
            <a:ext cx="324041" cy="1440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Arrow: Right 25">
            <a:extLst xmlns:a="http://schemas.openxmlformats.org/drawingml/2006/main">
              <a:ext uri="{FF2B5EF4-FFF2-40B4-BE49-F238E27FC236}">
                <a16:creationId xmlns:a16="http://schemas.microsoft.com/office/drawing/2014/main" id="{7B7391B4-602E-ABFA-BD8F-95D1AABD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3868" y="3784616"/>
            <a:ext cx="324041" cy="1440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Arrow: Right 26">
            <a:extLst xmlns:a="http://schemas.openxmlformats.org/drawingml/2006/main">
              <a:ext uri="{FF2B5EF4-FFF2-40B4-BE49-F238E27FC236}">
                <a16:creationId xmlns:a16="http://schemas.microsoft.com/office/drawing/2014/main" id="{6ABD7ADB-C399-EF1D-D394-79E734A9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0462" y="3784616"/>
            <a:ext cx="324041" cy="1440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Arrow: Right 27">
            <a:extLst xmlns:a="http://schemas.openxmlformats.org/drawingml/2006/main">
              <a:ext uri="{FF2B5EF4-FFF2-40B4-BE49-F238E27FC236}">
                <a16:creationId xmlns:a16="http://schemas.microsoft.com/office/drawing/2014/main" id="{6AF99D92-095E-6987-BF6C-931D34D6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3868" y="4785884"/>
            <a:ext cx="324041" cy="1440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Arrow: Right 28">
            <a:extLst xmlns:a="http://schemas.openxmlformats.org/drawingml/2006/main">
              <a:ext uri="{FF2B5EF4-FFF2-40B4-BE49-F238E27FC236}">
                <a16:creationId xmlns:a16="http://schemas.microsoft.com/office/drawing/2014/main" id="{FD675732-440A-31F4-EFB1-19DA2703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0462" y="4785884"/>
            <a:ext cx="324041" cy="1440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Flowchart: Connector 29">
            <a:extLst xmlns:a="http://schemas.openxmlformats.org/drawingml/2006/main">
              <a:ext uri="{FF2B5EF4-FFF2-40B4-BE49-F238E27FC236}">
                <a16:creationId xmlns:a16="http://schemas.microsoft.com/office/drawing/2014/main" id="{309054BB-05A5-D8F4-397F-C14EE752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6586" y="4229576"/>
            <a:ext cx="72009" cy="73152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Flowchart: Connector 30">
            <a:extLst xmlns:a="http://schemas.openxmlformats.org/drawingml/2006/main">
              <a:ext uri="{FF2B5EF4-FFF2-40B4-BE49-F238E27FC236}">
                <a16:creationId xmlns:a16="http://schemas.microsoft.com/office/drawing/2014/main" id="{3D669CA9-2F99-7E79-A486-451CAF01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6586" y="4334828"/>
            <a:ext cx="72009" cy="73152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Flowchart: Connector 31">
            <a:extLst xmlns:a="http://schemas.openxmlformats.org/drawingml/2006/main">
              <a:ext uri="{FF2B5EF4-FFF2-40B4-BE49-F238E27FC236}">
                <a16:creationId xmlns:a16="http://schemas.microsoft.com/office/drawing/2014/main" id="{F7466763-B34C-9F60-0288-66A4124C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6586" y="4440079"/>
            <a:ext cx="72009" cy="73152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Flowchart: Connector 41">
            <a:extLst xmlns:a="http://schemas.openxmlformats.org/drawingml/2006/main">
              <a:ext uri="{FF2B5EF4-FFF2-40B4-BE49-F238E27FC236}">
                <a16:creationId xmlns:a16="http://schemas.microsoft.com/office/drawing/2014/main" id="{4FCB49B0-A3F3-E9C5-2712-AF1831B8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181" y="4229576"/>
            <a:ext cx="72009" cy="73152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Flowchart: Connector 42">
            <a:extLst xmlns:a="http://schemas.openxmlformats.org/drawingml/2006/main">
              <a:ext uri="{FF2B5EF4-FFF2-40B4-BE49-F238E27FC236}">
                <a16:creationId xmlns:a16="http://schemas.microsoft.com/office/drawing/2014/main" id="{B18E1C43-0D09-3779-B345-F284F561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181" y="4334828"/>
            <a:ext cx="72009" cy="73152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Flowchart: Connector 43">
            <a:extLst xmlns:a="http://schemas.openxmlformats.org/drawingml/2006/main">
              <a:ext uri="{FF2B5EF4-FFF2-40B4-BE49-F238E27FC236}">
                <a16:creationId xmlns:a16="http://schemas.microsoft.com/office/drawing/2014/main" id="{3D84F211-BC87-5634-4648-3FA26518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181" y="4440079"/>
            <a:ext cx="72009" cy="73152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Flowchart: Connector 47">
            <a:extLst xmlns:a="http://schemas.openxmlformats.org/drawingml/2006/main">
              <a:ext uri="{FF2B5EF4-FFF2-40B4-BE49-F238E27FC236}">
                <a16:creationId xmlns:a16="http://schemas.microsoft.com/office/drawing/2014/main" id="{D831181B-3C0E-3978-115E-0A5BC897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9775" y="4229576"/>
            <a:ext cx="72009" cy="73152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Flowchart: Connector 48">
            <a:extLst xmlns:a="http://schemas.openxmlformats.org/drawingml/2006/main">
              <a:ext uri="{FF2B5EF4-FFF2-40B4-BE49-F238E27FC236}">
                <a16:creationId xmlns:a16="http://schemas.microsoft.com/office/drawing/2014/main" id="{7EC85A18-6EA3-4231-EBBE-A4408E91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9775" y="4334828"/>
            <a:ext cx="72009" cy="73152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Flowchart: Connector 49">
            <a:extLst xmlns:a="http://schemas.openxmlformats.org/drawingml/2006/main">
              <a:ext uri="{FF2B5EF4-FFF2-40B4-BE49-F238E27FC236}">
                <a16:creationId xmlns:a16="http://schemas.microsoft.com/office/drawing/2014/main" id="{40267CF6-1BF6-1508-1D74-2F656401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9775" y="4440079"/>
            <a:ext cx="72009" cy="73152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41FDA08C-58DC-AA59-8C19-6728B768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205770"/>
            <a:ext cx="3048000" cy="76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400" b="1">
                <a:solidFill>
                  <a:srgbClr val="FFBC01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BC01"/>
                </a:solidFill>
                <a:latin typeface="Arial"/>
                <a:ea typeface="Arial"/>
                <a:cs typeface="Arial"/>
              </a:rPr>
              <a:t>Type 3</a:t>
            </a:r>
          </a:p>
        </p:txBody>
      </p:sp>
      <p:sp>
        <p:nvSpPr>
          <p:cNvPr id="52" name="Oval 51">
            <a:extLst xmlns:a="http://schemas.openxmlformats.org/drawingml/2006/main">
              <a:ext uri="{FF2B5EF4-FFF2-40B4-BE49-F238E27FC236}">
                <a16:creationId xmlns:a16="http://schemas.microsoft.com/office/drawing/2014/main" id="{FA92EC24-BB17-0E24-BFB6-0E19ECC1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7827" y="2729817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7030A0"/>
              </a:solidFill>
            </a:endParaRPr>
          </a:p>
        </p:txBody>
      </p:sp>
      <p:sp>
        <p:nvSpPr>
          <p:cNvPr id="53" name="Arrow: Right 52">
            <a:extLst xmlns:a="http://schemas.openxmlformats.org/drawingml/2006/main">
              <a:ext uri="{FF2B5EF4-FFF2-40B4-BE49-F238E27FC236}">
                <a16:creationId xmlns:a16="http://schemas.microsoft.com/office/drawing/2014/main" id="{7CB2ED4C-9ECB-4A2B-2128-3D00A8CE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22276">
            <a:off x="10140887" y="3297650"/>
            <a:ext cx="324041" cy="1440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7DFF45D7-E226-6462-3B7F-7144649E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8014" y="3469529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7030A0"/>
              </a:solidFill>
            </a:endParaRPr>
          </a:p>
        </p:txBody>
      </p:sp>
      <p:sp>
        <p:nvSpPr>
          <p:cNvPr id="55" name="Arrow: Right 54">
            <a:extLst xmlns:a="http://schemas.openxmlformats.org/drawingml/2006/main">
              <a:ext uri="{FF2B5EF4-FFF2-40B4-BE49-F238E27FC236}">
                <a16:creationId xmlns:a16="http://schemas.microsoft.com/office/drawing/2014/main" id="{6CA00E5B-15CC-9825-D70E-23A74569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22276">
            <a:off x="10140887" y="4037362"/>
            <a:ext cx="324041" cy="1440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Oval 55">
            <a:extLst xmlns:a="http://schemas.openxmlformats.org/drawingml/2006/main">
              <a:ext uri="{FF2B5EF4-FFF2-40B4-BE49-F238E27FC236}">
                <a16:creationId xmlns:a16="http://schemas.microsoft.com/office/drawing/2014/main" id="{1EBBAA22-CCB7-BF1B-35D2-C43B9808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7827" y="4209240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7030A0"/>
              </a:solidFill>
            </a:endParaRPr>
          </a:p>
        </p:txBody>
      </p:sp>
      <p:sp>
        <p:nvSpPr>
          <p:cNvPr id="57" name="Oval 56">
            <a:extLst xmlns:a="http://schemas.openxmlformats.org/drawingml/2006/main">
              <a:ext uri="{FF2B5EF4-FFF2-40B4-BE49-F238E27FC236}">
                <a16:creationId xmlns:a16="http://schemas.microsoft.com/office/drawing/2014/main" id="{B172809E-E141-D10E-A691-E99D8584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8200" y="2729817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7030A0"/>
              </a:solidFill>
            </a:endParaRPr>
          </a:p>
        </p:txBody>
      </p:sp>
      <p:sp>
        <p:nvSpPr>
          <p:cNvPr id="58" name="Oval 57">
            <a:extLst xmlns:a="http://schemas.openxmlformats.org/drawingml/2006/main">
              <a:ext uri="{FF2B5EF4-FFF2-40B4-BE49-F238E27FC236}">
                <a16:creationId xmlns:a16="http://schemas.microsoft.com/office/drawing/2014/main" id="{2FDD424D-9239-AEE3-CD86-A2B168AA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8200" y="4209240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7030A0"/>
              </a:solidFill>
            </a:endParaRPr>
          </a:p>
        </p:txBody>
      </p:sp>
      <p:sp>
        <p:nvSpPr>
          <p:cNvPr id="59" name="Arrow: Right 58">
            <a:extLst xmlns:a="http://schemas.openxmlformats.org/drawingml/2006/main">
              <a:ext uri="{FF2B5EF4-FFF2-40B4-BE49-F238E27FC236}">
                <a16:creationId xmlns:a16="http://schemas.microsoft.com/office/drawing/2014/main" id="{6E320BB9-EF1B-0142-C449-D823C3F1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22276">
            <a:off x="10871073" y="4037362"/>
            <a:ext cx="324041" cy="1440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Arrow: Right 59">
            <a:extLst xmlns:a="http://schemas.openxmlformats.org/drawingml/2006/main">
              <a:ext uri="{FF2B5EF4-FFF2-40B4-BE49-F238E27FC236}">
                <a16:creationId xmlns:a16="http://schemas.microsoft.com/office/drawing/2014/main" id="{9FFE6BA2-BA45-B38E-1B6B-625F17C5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22276">
            <a:off x="10871073" y="3297650"/>
            <a:ext cx="324041" cy="1440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1159E1D8-FE06-0950-EFAC-C003AB98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1205770"/>
            <a:ext cx="3048000" cy="76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400" b="1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7030A0"/>
                </a:solidFill>
                <a:latin typeface="Arial"/>
                <a:ea typeface="Arial"/>
                <a:cs typeface="Arial"/>
              </a:rPr>
              <a:t>Type 4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22C13701-8827-1E2F-5A75-371CEFC6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2541" y="5201317"/>
            <a:ext cx="80010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97840C85-7EA2-E5E4-A641-54319910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9135" y="5201317"/>
            <a:ext cx="80010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 + 1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9827B30C-07E0-568A-5ABF-2763D53C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5730" y="5201317"/>
            <a:ext cx="80010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 + 2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18530824-1F5A-8F7E-E0C8-AEF45EFB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2541" y="2937510"/>
            <a:ext cx="80010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6F93BEF4-C8AA-B31C-3A7D-09DF03C5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9135" y="2937510"/>
            <a:ext cx="80010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 + 1</a:t>
            </a: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911F82CB-2934-4806-0563-B4E313D4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5730" y="2937510"/>
            <a:ext cx="80010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 + 2</a:t>
            </a:r>
          </a:p>
        </p:txBody>
      </p:sp>
      <p:sp>
        <p:nvSpPr>
          <p:cNvPr id="69" name="Straight Connector 68">
            <a:extLst xmlns:a="http://schemas.openxmlformats.org/drawingml/2006/main">
              <a:ext uri="{FF2B5EF4-FFF2-40B4-BE49-F238E27FC236}">
                <a16:creationId xmlns:a16="http://schemas.microsoft.com/office/drawing/2014/main" id="{D6272AE2-0108-47F4-8A93-A9E0CBB2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471678"/>
            <a:ext cx="0" cy="607609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65000"/>
                <a:lumOff val="3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2" name="Straight Connector 71">
            <a:extLst xmlns:a="http://schemas.openxmlformats.org/drawingml/2006/main">
              <a:ext uri="{FF2B5EF4-FFF2-40B4-BE49-F238E27FC236}">
                <a16:creationId xmlns:a16="http://schemas.microsoft.com/office/drawing/2014/main" id="{D539373F-C7FE-490A-A017-648F3742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471678"/>
            <a:ext cx="0" cy="607609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65000"/>
                <a:lumOff val="3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4" name="Straight Connector 73">
            <a:extLst xmlns:a="http://schemas.openxmlformats.org/drawingml/2006/main">
              <a:ext uri="{FF2B5EF4-FFF2-40B4-BE49-F238E27FC236}">
                <a16:creationId xmlns:a16="http://schemas.microsoft.com/office/drawing/2014/main" id="{AACFAD92-28DD-4423-B497-A18B3626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471678"/>
            <a:ext cx="0" cy="607609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65000"/>
                <a:lumOff val="3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5FFF0550-DA43-B05C-CB33-BEB28ED0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" y="5867400"/>
            <a:ext cx="295275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Widespread</a:t>
            </a:r>
            <a:endParaRPr/>
          </a:p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(Isolated)</a:t>
            </a:r>
            <a:endParaRPr/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E1E07873-51E0-0A90-4A1C-5B1857F1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5625" y="58674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Spatially Clustered</a:t>
            </a:r>
            <a:endParaRPr/>
          </a:p>
        </p:txBody>
      </p:sp>
      <p:sp>
        <p:nvSpPr>
          <p:cNvPr id="77" name="TextBox 76">
            <a:extLst xmlns:a="http://schemas.openxmlformats.org/drawingml/2006/main">
              <a:ext uri="{FF2B5EF4-FFF2-40B4-BE49-F238E27FC236}">
                <a16:creationId xmlns:a16="http://schemas.microsoft.com/office/drawing/2014/main" id="{19BD368B-4010-5CA6-30E2-B08811E5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3625" y="58674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Temporally Clustered</a:t>
            </a:r>
            <a:endParaRPr/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607AC00A-4302-129C-AD41-87BB2A64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1625" y="5867400"/>
            <a:ext cx="295275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Compound Clustering</a:t>
            </a:r>
            <a:endParaRPr/>
          </a:p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(Multi-Type)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705395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Fawaz Bouhamad</dc:creator>
  <lastModifiedBy>Fawaz Bouhamad</lastModifiedBy>
  <dc:title>Presentation</dc:title>
  <dcterms:created xsi:type="dcterms:W3CDTF">2026-10-06T01:13:50.3050000Z</dcterms:created>
  <dcterms:modified xsi:type="dcterms:W3CDTF">2026-10-06T01:13:50.3050000Z</dcterms:modified>
</coreProperties>
</file>